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22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68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32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32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38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34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0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85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94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22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65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1883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6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37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83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46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094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5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Predicting Hospital Readmission Risk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2400" dirty="0"/>
              <a:t>For Patients with Chronic Conditions</a:t>
            </a:r>
          </a:p>
          <a:p>
            <a:endParaRPr sz="2400" dirty="0"/>
          </a:p>
          <a:p>
            <a:r>
              <a:rPr lang="en-IN" sz="2400" dirty="0"/>
              <a:t>By – Team(sc2)_25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Hospital readmissions are costly and impact patient health.</a:t>
            </a:r>
          </a:p>
          <a:p>
            <a:r>
              <a:rPr dirty="0"/>
              <a:t> Chronic conditions (diabetes, heart disease, hypertension) increase readmission rates.</a:t>
            </a:r>
          </a:p>
          <a:p>
            <a:r>
              <a:rPr dirty="0"/>
              <a:t> Goal: Identify risk factors &amp; reduce unnecessary readmissions.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Analyze key risk factors influencing readmissions.</a:t>
            </a:r>
          </a:p>
          <a:p>
            <a:r>
              <a:rPr dirty="0"/>
              <a:t> Predict high-risk patients using the dataset.</a:t>
            </a:r>
          </a:p>
          <a:p>
            <a:r>
              <a:rPr dirty="0"/>
              <a:t> Recommend actionable steps to minimize readmissions.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Source: Kaggle Healthcare Dataset.</a:t>
            </a:r>
          </a:p>
          <a:p>
            <a:r>
              <a:rPr dirty="0"/>
              <a:t> Key Features: Patient demographics, medical history, lab tests, medications, readmission status.</a:t>
            </a:r>
          </a:p>
          <a:p>
            <a:r>
              <a:rPr dirty="0"/>
              <a:t> Size: Includes multiple records &amp; attributes.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Age and co-morbidities (diabetes, hypertension).</a:t>
            </a:r>
          </a:p>
          <a:p>
            <a:r>
              <a:rPr dirty="0"/>
              <a:t> Length of hospital stay &amp; number of prior admissions.</a:t>
            </a:r>
          </a:p>
          <a:p>
            <a:r>
              <a:rPr dirty="0"/>
              <a:t> Lab results and follow-up care.</a:t>
            </a:r>
          </a:p>
          <a:p>
            <a:r>
              <a:rPr dirty="0"/>
              <a:t> Medication adherence &amp; discharge planning.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Trends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Patterns in readmission vs. hospital stay length.</a:t>
            </a:r>
          </a:p>
          <a:p>
            <a:r>
              <a:rPr dirty="0"/>
              <a:t> % readmissions by age group.</a:t>
            </a:r>
          </a:p>
          <a:p>
            <a:r>
              <a:rPr dirty="0"/>
              <a:t> Impact of chronic disease severity.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dirty="0"/>
              <a:t>Model: Logistic Regression or Random Forest.</a:t>
            </a:r>
          </a:p>
          <a:p>
            <a:r>
              <a:rPr dirty="0"/>
              <a:t> Performance: Accuracy, Precision, Recall.</a:t>
            </a:r>
          </a:p>
          <a:p>
            <a:r>
              <a:rPr dirty="0"/>
              <a:t> Feature Importance: Key drivers of readmission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Early discharge planning &amp; follow-up care.</a:t>
            </a:r>
          </a:p>
          <a:p>
            <a:r>
              <a:rPr dirty="0"/>
              <a:t> Patient education on medication &amp; lifestyle.</a:t>
            </a:r>
          </a:p>
          <a:p>
            <a:r>
              <a:rPr dirty="0"/>
              <a:t> Remote monitoring for high-risk patients.</a:t>
            </a:r>
          </a:p>
          <a:p>
            <a:r>
              <a:rPr dirty="0"/>
              <a:t> Enhanced chronic disease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Key risk factors identified from dataset.</a:t>
            </a:r>
          </a:p>
          <a:p>
            <a:r>
              <a:rPr dirty="0"/>
              <a:t> Predictive models can proactively reduce readmissions.</a:t>
            </a:r>
          </a:p>
          <a:p>
            <a:r>
              <a:rPr dirty="0"/>
              <a:t> Healthcare providers can save costs &amp; improve outcomes.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Kaggle Healthcare Dataset.</a:t>
            </a:r>
          </a:p>
          <a:p>
            <a:r>
              <a:rPr dirty="0"/>
              <a:t> Research papers/articles on chronic disease &amp; readmissions.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C864781-6C4F-579B-D108-AC7B8D788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68" y="1483483"/>
            <a:ext cx="5331504" cy="26857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6EC72A-3658-895C-33C6-8A9AB337D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589" y="4306614"/>
            <a:ext cx="5725411" cy="25513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9FE7316-1C0B-F10C-53DA-77B5D174095E}"/>
              </a:ext>
            </a:extLst>
          </p:cNvPr>
          <p:cNvSpPr txBox="1"/>
          <p:nvPr/>
        </p:nvSpPr>
        <p:spPr>
          <a:xfrm>
            <a:off x="522510" y="467771"/>
            <a:ext cx="32031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+mj-lt"/>
              </a:rPr>
              <a:t>Screenshot</a:t>
            </a:r>
            <a:endParaRPr lang="en-IN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3320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7D6DBC-3104-8D7E-CC09-83CC0523A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5509"/>
            <a:ext cx="6520543" cy="28934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D0281B-B0E3-739D-E285-5D0AB5CAF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686" y="3822192"/>
            <a:ext cx="5780314" cy="277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5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A820A5-9A95-9EA5-A788-65DAFFCB3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0157"/>
            <a:ext cx="9144000" cy="433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85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8047A9-D437-C104-CE77-BC9F625BE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441"/>
            <a:ext cx="9144000" cy="47241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0B0104-CA74-6530-4694-AA33F94E1905}"/>
              </a:ext>
            </a:extLst>
          </p:cNvPr>
          <p:cNvSpPr txBox="1"/>
          <p:nvPr/>
        </p:nvSpPr>
        <p:spPr>
          <a:xfrm>
            <a:off x="625929" y="522515"/>
            <a:ext cx="47352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+mj-lt"/>
              </a:rPr>
              <a:t>Dataset</a:t>
            </a:r>
            <a:endParaRPr lang="en-IN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32027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F5EE3-F757-ED2C-9FED-F5E9E6A5D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314" y="2854857"/>
            <a:ext cx="7282543" cy="1148286"/>
          </a:xfrm>
        </p:spPr>
        <p:txBody>
          <a:bodyPr/>
          <a:lstStyle/>
          <a:p>
            <a:r>
              <a:rPr lang="en-IN" dirty="0"/>
              <a:t>THANKYOU!!!</a:t>
            </a:r>
          </a:p>
        </p:txBody>
      </p:sp>
    </p:spTree>
    <p:extLst>
      <p:ext uri="{BB962C8B-B14F-4D97-AF65-F5344CB8AC3E}">
        <p14:creationId xmlns:p14="http://schemas.microsoft.com/office/powerpoint/2010/main" val="258201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153</TotalTime>
  <Words>288</Words>
  <Application>Microsoft Office PowerPoint</Application>
  <PresentationFormat>On-screen Show (4:3)</PresentationFormat>
  <Paragraphs>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Ion</vt:lpstr>
      <vt:lpstr>Predicting Hospital Readmission Risk</vt:lpstr>
      <vt:lpstr>Problem Statement</vt:lpstr>
      <vt:lpstr>Objectives</vt:lpstr>
      <vt:lpstr>Dataset Overview</vt:lpstr>
      <vt:lpstr>Key Risk Factors</vt:lpstr>
      <vt:lpstr>Data Trends &amp; Insights</vt:lpstr>
      <vt:lpstr>Predictive Model</vt:lpstr>
      <vt:lpstr>Recommendations</vt:lpstr>
      <vt:lpstr>Conclusion</vt:lpstr>
      <vt:lpstr>References</vt:lpstr>
      <vt:lpstr>PowerPoint Presentation</vt:lpstr>
      <vt:lpstr>PowerPoint Presentation</vt:lpstr>
      <vt:lpstr>PowerPoint Presentation</vt:lpstr>
      <vt:lpstr>PowerPoint Presentation</vt:lpstr>
      <vt:lpstr>THANKYOU!!!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Sona Sinha</dc:creator>
  <cp:keywords/>
  <dc:description>generated using python-pptx</dc:description>
  <cp:lastModifiedBy>Sona Sinha</cp:lastModifiedBy>
  <cp:revision>3</cp:revision>
  <dcterms:created xsi:type="dcterms:W3CDTF">2013-01-27T09:14:16Z</dcterms:created>
  <dcterms:modified xsi:type="dcterms:W3CDTF">2025-07-24T16:58:09Z</dcterms:modified>
  <cp:category/>
</cp:coreProperties>
</file>